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26597F-245E-455C-9017-EFC1C0DE74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A7152A-66CB-4EEF-B759-030A792EFF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1BED6D5-6716-4347-A983-06172C3D004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ru-RU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Бурый медведь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Участник ОГЭ 1234567890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Внешний вид и ареал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540000" y="1368000"/>
            <a:ext cx="2592000" cy="1944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4" name=""/>
          <p:cNvSpPr txBox="1"/>
          <p:nvPr/>
        </p:nvSpPr>
        <p:spPr>
          <a:xfrm>
            <a:off x="3600000" y="1620000"/>
            <a:ext cx="5760000" cy="657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Бурый медведь — один из самых крупных хищников суши, его масса достигает 450 кг.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40000" y="3780000"/>
            <a:ext cx="5760000" cy="657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Медведь живёт в лесах Евразии, в России — от Кольского полуострова до Камчатки.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2"/>
          <a:stretch/>
        </p:blipFill>
        <p:spPr>
          <a:xfrm>
            <a:off x="6948000" y="3528000"/>
            <a:ext cx="2592000" cy="1944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Образ жизни и питание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1512000"/>
            <a:ext cx="2808000" cy="15069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Зимой медведь спит в берлоге, где у медведицы рождаются медвежата.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3888000" y="1296000"/>
            <a:ext cx="2304000" cy="172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0" name=""/>
          <p:cNvSpPr txBox="1"/>
          <p:nvPr/>
        </p:nvSpPr>
        <p:spPr>
          <a:xfrm>
            <a:off x="6696000" y="1512000"/>
            <a:ext cx="3024000" cy="1223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Бурый медведь всеяден: ест ягоды, орехи, корни, мёд и ловит рыбу.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2"/>
          <a:stretch/>
        </p:blipFill>
        <p:spPr>
          <a:xfrm>
            <a:off x="432000" y="3672000"/>
            <a:ext cx="2304000" cy="172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2" name=""/>
          <p:cNvSpPr txBox="1"/>
          <p:nvPr/>
        </p:nvSpPr>
        <p:spPr>
          <a:xfrm>
            <a:off x="3456000" y="3888000"/>
            <a:ext cx="3024000" cy="9403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Медведь бегает со скоростью до 50 км/ч и хорошо плавает.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3"/>
          <a:stretch/>
        </p:blipFill>
        <p:spPr>
          <a:xfrm>
            <a:off x="7200000" y="3672000"/>
            <a:ext cx="2304000" cy="1728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2026-09-29T00:00:23Z</dcterms:modified>
  <cp:revision>1</cp:revision>
  <dc:subject/>
  <dc:title/>
</cp:coreProperties>
</file>